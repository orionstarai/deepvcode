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73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DeepV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6B35"/>
                </a:solidFill>
              </a:defRPr>
            </a:pPr>
            <a:r>
              <a:t>AI 驱动的代码生成 Agent 终端应用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✨ 智能代码助手，助力高效开发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73C9"/>
          </a:solidFill>
          <a:ln>
            <a:solidFill>
              <a:srgbClr val="187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73C9"/>
                </a:solidFill>
              </a:defRPr>
            </a:pPr>
            <a:r>
              <a:t>🤖 什么是 DeepV 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19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DeepV Code 是一款由 AI 大模型驱动的代码生成 Agent 终端应用。致力于打造开放、智能的代码助手，帮助开发者更高效地构建未来。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73C9"/>
                </a:solidFill>
              </a:defRPr>
            </a:pPr>
            <a:r>
              <a:t>✨ 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🧠 AI 驱动：基于先进的大语言模型（Google Gemini）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⚡ 智能代码生成：快速生成、优化和重构代码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🛠️ 丰富工具系统：文件操作、Shell 命令、Web 获取等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🔌 双扩展架构：CLI 伴侣 + UI 插件，灵活集成 VSCode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873C9"/>
          </a:solidFill>
          <a:ln>
            <a:solidFill>
              <a:srgbClr val="187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73C9"/>
                </a:solidFill>
              </a:defRPr>
            </a:pPr>
            <a:r>
              <a:t>📦 单仓库 (Monorepo) 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35"/>
                </a:solidFill>
              </a:defRPr>
            </a:pPr>
            <a:r>
              <a:t>• CLI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主命令行界面，处理用户交互、历史管理、主题定制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35"/>
                </a:solidFill>
              </a:defRPr>
            </a:pPr>
            <a:r>
              <a:t>• Core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核心后端，管理 API 通信、工具执行、状态管理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35"/>
                </a:solidFill>
              </a:defRPr>
            </a:pPr>
            <a:r>
              <a:t>• VSCode Companion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VSCode 伴侣扩展，连接文件感知和代码选区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35"/>
                </a:solidFill>
              </a:defRPr>
            </a:pPr>
            <a:r>
              <a:t>• VSCode UI Plugin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VSCode UI 插件，提供可视化操作界面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73C9"/>
                </a:solidFill>
              </a:defRPr>
            </a:pPr>
            <a:r>
              <a:t>🛠️ 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TypeScript • Node.js • React (Ink) • esbuild • Vitest • Google Gemini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