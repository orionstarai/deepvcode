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1478C8"/>
                </a:solidFill>
              </a:defRPr>
            </a:pPr>
            <a:r>
              <a:t>🚀 DeepV Code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505050"/>
                </a:solidFill>
              </a:defRPr>
            </a:pPr>
            <a:r>
              <a:t>AI大模型驱动的代码生成Agent终端应用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787878"/>
                </a:solidFill>
              </a:defRPr>
            </a:pPr>
            <a:r>
              <a:t>开源项目 | 打造开放、智能的代码助手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478C8"/>
                </a:solidFill>
              </a:defRPr>
            </a:pPr>
            <a:r>
              <a:t>✨ 项目简介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3200400" cy="0"/>
          </a:xfrm>
          <a:prstGeom prst="rect">
            <a:avLst/>
          </a:prstGeom>
          <a:ln w="38100">
            <a:solidFill>
              <a:srgbClr val="14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0"/>
              </a:spcBef>
              <a:defRPr b="1" sz="1600">
                <a:solidFill>
                  <a:srgbClr val="1478C8"/>
                </a:solidFill>
              </a:defRPr>
            </a:pPr>
            <a:r>
              <a:t>核心定义</a:t>
            </a:r>
          </a:p>
          <a:p>
            <a:pPr lvl="1">
              <a:spcAft>
                <a:spcPts val="400"/>
              </a:spcAft>
              <a:defRPr sz="1400">
                <a:solidFill>
                  <a:srgbClr val="3C3C3C"/>
                </a:solidFill>
              </a:defRPr>
            </a:pPr>
            <a:r>
              <a:t>AI大模型驱动的代码生成Agent终端应用，帮助开发者高效构建代码。</a:t>
            </a:r>
          </a:p>
          <a:p>
            <a:pPr>
              <a:spcBef>
                <a:spcPts val="800"/>
              </a:spcBef>
              <a:defRPr b="1" sz="1600">
                <a:solidFill>
                  <a:srgbClr val="1478C8"/>
                </a:solidFill>
              </a:defRPr>
            </a:pPr>
            <a:r>
              <a:t>项目类型</a:t>
            </a:r>
          </a:p>
          <a:p>
            <a:pPr lvl="1">
              <a:spcAft>
                <a:spcPts val="400"/>
              </a:spcAft>
              <a:defRPr sz="1400">
                <a:solidFill>
                  <a:srgbClr val="3C3C3C"/>
                </a:solidFill>
              </a:defRPr>
            </a:pPr>
            <a:r>
              <a:t>开源项目，欢迎社区贡献。</a:t>
            </a:r>
          </a:p>
          <a:p>
            <a:pPr>
              <a:spcBef>
                <a:spcPts val="800"/>
              </a:spcBef>
              <a:defRPr b="1" sz="1600">
                <a:solidFill>
                  <a:srgbClr val="1478C8"/>
                </a:solidFill>
              </a:defRPr>
            </a:pPr>
            <a:r>
              <a:t>核心特性</a:t>
            </a:r>
          </a:p>
          <a:p>
            <a:pPr lvl="1">
              <a:spcAft>
                <a:spcPts val="400"/>
              </a:spcAft>
              <a:defRPr sz="1400">
                <a:solidFill>
                  <a:srgbClr val="3C3C3C"/>
                </a:solidFill>
              </a:defRPr>
            </a:pPr>
            <a:r>
              <a:t>• 智能代码生成  • 终端交互界面  • AI Agent能力</a:t>
            </a:r>
          </a:p>
          <a:p>
            <a:pPr>
              <a:spcBef>
                <a:spcPts val="800"/>
              </a:spcBef>
              <a:defRPr b="1" sz="1600">
                <a:solidFill>
                  <a:srgbClr val="1478C8"/>
                </a:solidFill>
              </a:defRPr>
            </a:pPr>
            <a:r>
              <a:t>技术栈</a:t>
            </a:r>
          </a:p>
          <a:p>
            <a:pPr lvl="1">
              <a:spcAft>
                <a:spcPts val="400"/>
              </a:spcAft>
              <a:defRPr sz="1400">
                <a:solidFill>
                  <a:srgbClr val="3C3C3C"/>
                </a:solidFill>
              </a:defRPr>
            </a:pPr>
            <a:r>
              <a:t>• NodeJS 20+  • TypeScript  • React(Ink)  • 双VSCode扩展</a:t>
            </a:r>
          </a:p>
          <a:p>
            <a:pPr>
              <a:spcBef>
                <a:spcPts val="800"/>
              </a:spcBef>
              <a:defRPr b="1" sz="1600">
                <a:solidFill>
                  <a:srgbClr val="1478C8"/>
                </a:solidFill>
              </a:defRPr>
            </a:pPr>
            <a:r>
              <a:t>主要组件</a:t>
            </a:r>
          </a:p>
          <a:p>
            <a:pPr lvl="1">
              <a:spcAft>
                <a:spcPts val="400"/>
              </a:spcAft>
              <a:defRPr sz="1400">
                <a:solidFill>
                  <a:srgbClr val="3C3C3C"/>
                </a:solidFill>
              </a:defRPr>
            </a:pPr>
            <a:r>
              <a:t>• CLI - 主命令行界面  • Core - 核心功能库  • VSCode扩展 (UI + IDE伴侣)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